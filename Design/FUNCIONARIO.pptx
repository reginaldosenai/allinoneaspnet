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A7D28-40F7-4045-A9DC-1D04DBAF08F2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FED68-9628-4368-BCF5-71FFF5FE78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5146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A7D28-40F7-4045-A9DC-1D04DBAF08F2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FED68-9628-4368-BCF5-71FFF5FE78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3481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A7D28-40F7-4045-A9DC-1D04DBAF08F2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FED68-9628-4368-BCF5-71FFF5FE78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4703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A7D28-40F7-4045-A9DC-1D04DBAF08F2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FED68-9628-4368-BCF5-71FFF5FE78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4920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A7D28-40F7-4045-A9DC-1D04DBAF08F2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FED68-9628-4368-BCF5-71FFF5FE78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4076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A7D28-40F7-4045-A9DC-1D04DBAF08F2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FED68-9628-4368-BCF5-71FFF5FE78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3855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A7D28-40F7-4045-A9DC-1D04DBAF08F2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FED68-9628-4368-BCF5-71FFF5FE78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0876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A7D28-40F7-4045-A9DC-1D04DBAF08F2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FED68-9628-4368-BCF5-71FFF5FE78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0574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A7D28-40F7-4045-A9DC-1D04DBAF08F2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FED68-9628-4368-BCF5-71FFF5FE78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7218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A7D28-40F7-4045-A9DC-1D04DBAF08F2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FED68-9628-4368-BCF5-71FFF5FE78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0006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A7D28-40F7-4045-A9DC-1D04DBAF08F2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FED68-9628-4368-BCF5-71FFF5FE78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6512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8A7D28-40F7-4045-A9DC-1D04DBAF08F2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0FED68-9628-4368-BCF5-71FFF5FE78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8830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FUNCIONARIO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8752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1347435" y="1119899"/>
            <a:ext cx="9210502" cy="52037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348796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do Office</vt:lpstr>
      <vt:lpstr>FUNCIONARIO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FUNCIONARIO</dc:title>
  <dc:creator>Professor.Cetafest</dc:creator>
  <cp:lastModifiedBy>Professor.Cetafest</cp:lastModifiedBy>
  <cp:revision>1</cp:revision>
  <dcterms:created xsi:type="dcterms:W3CDTF">2026-08-03T17:43:53Z</dcterms:created>
  <dcterms:modified xsi:type="dcterms:W3CDTF">2026-08-03T17:45:16Z</dcterms:modified>
</cp:coreProperties>
</file>